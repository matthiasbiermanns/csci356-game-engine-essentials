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61" r:id="rId6"/>
    <p:sldId id="263" r:id="rId7"/>
    <p:sldId id="269" r:id="rId8"/>
    <p:sldId id="271" r:id="rId9"/>
    <p:sldId id="270" r:id="rId10"/>
    <p:sldId id="266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290" autoAdjust="0"/>
  </p:normalViewPr>
  <p:slideViewPr>
    <p:cSldViewPr snapToGrid="0">
      <p:cViewPr varScale="1">
        <p:scale>
          <a:sx n="68" d="100"/>
          <a:sy n="68" d="100"/>
        </p:scale>
        <p:origin x="12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3A54B-2FCF-4A9B-AFDF-652FE7C2F316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E4C84-4B97-4626-B9F7-4BFADC96DC0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9900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4C84-4B97-4626-B9F7-4BFADC96DC0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934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On Demand </a:t>
            </a:r>
            <a:r>
              <a:rPr lang="de-DE" dirty="0" err="1"/>
              <a:t>checks</a:t>
            </a:r>
            <a:r>
              <a:rPr lang="de-DE" dirty="0"/>
              <a:t>: e.g. Challenges </a:t>
            </a:r>
            <a:r>
              <a:rPr lang="de-DE" dirty="0" err="1"/>
              <a:t>only</a:t>
            </a:r>
            <a:r>
              <a:rPr lang="de-DE" dirty="0"/>
              <a:t> check </a:t>
            </a:r>
            <a:r>
              <a:rPr lang="de-DE" dirty="0" err="1"/>
              <a:t>completion</a:t>
            </a:r>
            <a:r>
              <a:rPr lang="de-DE" dirty="0"/>
              <a:t>,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triggered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challenge</a:t>
            </a:r>
            <a:r>
              <a:rPr lang="de-DE" dirty="0"/>
              <a:t> </a:t>
            </a:r>
            <a:r>
              <a:rPr lang="de-DE" dirty="0" err="1"/>
              <a:t>manager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DE4C84-4B97-4626-B9F7-4BFADC96DC0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170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8B12-0F1E-B5E7-8CA8-BB59AB429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A1316-C01E-ECBA-7025-2CF53D463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DA0F8-72C8-FDA2-0582-652D9EE5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DF45E-027F-C692-FD4F-22989DCA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5386C-519A-FD15-8191-3ABE83C7F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888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ECAC-6CC4-4177-66D0-2C19E382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ADF98-BD59-957E-7B58-8535427B8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7D4E8-02A1-83C2-E883-20D3D3948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07711-AF07-CE34-85AA-0B74A5EE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C3252-5C64-5255-1968-64072380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7261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DDC5C-B117-2CE7-7FB8-854C8E26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9F57F-43D1-E1A8-91BA-6A4743EAF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8B118-AD87-1B63-6E9A-6EA8A455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1520D-E050-FC08-16DB-C8170B81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8D19C-F9BD-C206-BA74-2A6880E3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971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F286-B47F-A73C-33EA-EA424FC5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46F24-663D-B32E-D7FE-23A2248D4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2F1E3-4A02-EB7E-C7FC-C04E1A1AF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5136C-A416-5A7B-2B12-5E5762031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42D76-75DE-54E6-1A96-75AF6857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1657F-B2DA-E811-A0A4-19B640B0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215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3063-B0DD-8509-DEEA-C138F5299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431FF-516C-3B27-A9CD-4EE5319D8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96351-AA78-DD7B-3DA4-5EB61E011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DDDB5-534A-F174-3B3D-1ABE26125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F02FC5-F249-79B5-507E-DBABFD4574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E43110-BB50-BDCB-69E0-10A1BB451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4652E1-6248-41A6-1973-DA226BDB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8BB3D-A394-6F39-68B9-ED01BC61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576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3BCC-CA5E-5EE2-AEFC-DEFF98AE7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75BA4-14DA-7E38-6AF8-5A451F64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DAD84-E8B4-8A34-3A89-485BB7ECC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2C547-3378-BB5F-9021-42CDE378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065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0C8E1C-4303-163B-35CE-426D54C02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DC509-B45B-C176-40D3-00FDBFEA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EDB87-8BDF-4819-C9D7-2F7A0D8E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800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7BFA-4FA7-28B4-58AC-A16CA9D5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99B68-E02D-B2DD-E736-9CBBF7D74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6F972-F046-0AF7-E210-40258C33C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515B6-8924-84FF-4102-25CF6238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76E8C-0D6E-86AF-6CF7-4946A3B9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AB1A8-C742-1115-2167-D84348F5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1857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AF15-65E6-5DB5-BF8E-D55380D99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A67F28-1B45-7972-12BB-C726BEE6D4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EDC41-48D7-4285-D697-0A23D4546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0D5BD-7FEF-12D9-8264-58A496D6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D9166-4410-8F61-BDDC-539FF5B7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4B310-7EAF-9241-084F-66D52800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5307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2937-7594-982E-6C05-668A601E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1980D-2B22-502C-95DA-A4B8A303F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E08D5-3B2A-B399-6C65-410D82D3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82A30-72C7-E358-BFB9-66F2FEFFE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95422-6635-7501-31B3-FAB2249B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962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3D3C07-57DB-88B4-69D6-603534B1D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B8618-D20C-0C60-FE86-27242A3CC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E33C0-30F8-34CA-E568-27D270FA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21978-EF2E-D905-6DFB-774CA1C56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D1C7A-45C2-52FD-7EC6-57A0F3F1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863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8BB31A-31BC-4642-65EC-C5F5E884A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CFAC7-3E1E-D1CC-DD96-68CC70CB5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3FEE5-19E6-5762-2F82-BEAA120AA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BC326-20EC-4EAA-BEB7-B616DFFC0D24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C542E-8A1E-C16A-E596-771C30C7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D6BD8-7FA7-9588-0BC8-DA93AA1E0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EDE3B-C938-4622-A23A-2FE4935436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8613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rectangular sign on a brick wall&#10;&#10;AI-generated content may be incorrect.">
            <a:extLst>
              <a:ext uri="{FF2B5EF4-FFF2-40B4-BE49-F238E27FC236}">
                <a16:creationId xmlns:a16="http://schemas.microsoft.com/office/drawing/2014/main" id="{D05E37A2-521E-4DF1-B82B-6FB2DD083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7" b="7870"/>
          <a:stretch>
            <a:fillRect/>
          </a:stretch>
        </p:blipFill>
        <p:spPr>
          <a:xfrm>
            <a:off x="0" y="0"/>
            <a:ext cx="1219962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428D2D-14A6-0ED0-0E19-E8F2A96B7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39" y="881026"/>
            <a:ext cx="4369520" cy="825854"/>
          </a:xfrm>
          <a:prstGeom prst="rect">
            <a:avLst/>
          </a:prstGeom>
        </p:spPr>
      </p:pic>
      <p:pic>
        <p:nvPicPr>
          <p:cNvPr id="16" name="Picture 15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BAC55E45-C29F-BE53-C51F-ACBA7580A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160" y="4883194"/>
            <a:ext cx="5313680" cy="825854"/>
          </a:xfrm>
          <a:prstGeom prst="rect">
            <a:avLst/>
          </a:prstGeom>
        </p:spPr>
      </p:pic>
      <p:pic>
        <p:nvPicPr>
          <p:cNvPr id="17" name="Picture 16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F2C5A667-C8BC-D052-EFCB-118023611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160" y="3917994"/>
            <a:ext cx="5313680" cy="8258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89CF7F-35C8-D405-45C2-6EBD7196B82A}"/>
              </a:ext>
            </a:extLst>
          </p:cNvPr>
          <p:cNvSpPr txBox="1"/>
          <p:nvPr/>
        </p:nvSpPr>
        <p:spPr>
          <a:xfrm>
            <a:off x="4444734" y="4124881"/>
            <a:ext cx="33025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Tim Oliver Krause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2EBBAC-3B1A-C5DD-39DC-1753CE53C413}"/>
              </a:ext>
            </a:extLst>
          </p:cNvPr>
          <p:cNvSpPr txBox="1"/>
          <p:nvPr/>
        </p:nvSpPr>
        <p:spPr>
          <a:xfrm>
            <a:off x="4444734" y="5111455"/>
            <a:ext cx="33025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Matthias Biermanns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D13EF3-78A0-0062-D932-41313C32DD05}"/>
              </a:ext>
            </a:extLst>
          </p:cNvPr>
          <p:cNvSpPr txBox="1"/>
          <p:nvPr/>
        </p:nvSpPr>
        <p:spPr>
          <a:xfrm>
            <a:off x="3060698" y="2188037"/>
            <a:ext cx="6070601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32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CSCI356 - Game Engine Essentials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98FDA-D841-DFA6-590F-270C078CF23C}"/>
              </a:ext>
            </a:extLst>
          </p:cNvPr>
          <p:cNvSpPr txBox="1"/>
          <p:nvPr/>
        </p:nvSpPr>
        <p:spPr>
          <a:xfrm>
            <a:off x="198119" y="6373675"/>
            <a:ext cx="168148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28.10.2025</a:t>
            </a:r>
          </a:p>
        </p:txBody>
      </p:sp>
    </p:spTree>
    <p:extLst>
      <p:ext uri="{BB962C8B-B14F-4D97-AF65-F5344CB8AC3E}">
        <p14:creationId xmlns:p14="http://schemas.microsoft.com/office/powerpoint/2010/main" val="3765772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D944CE-F8C3-B452-E550-9AC417F5BB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77" r="7575"/>
          <a:stretch>
            <a:fillRect/>
          </a:stretch>
        </p:blipFill>
        <p:spPr>
          <a:xfrm>
            <a:off x="-3048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grey and white gear with a black background&#10;&#10;AI-generated content may be incorrect.">
            <a:extLst>
              <a:ext uri="{FF2B5EF4-FFF2-40B4-BE49-F238E27FC236}">
                <a16:creationId xmlns:a16="http://schemas.microsoft.com/office/drawing/2014/main" id="{36A96DA0-06B9-4A09-F40D-D8C569A792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679" y="112607"/>
            <a:ext cx="742950" cy="762000"/>
          </a:xfrm>
          <a:prstGeom prst="rect">
            <a:avLst/>
          </a:prstGeom>
        </p:spPr>
      </p:pic>
      <p:pic>
        <p:nvPicPr>
          <p:cNvPr id="11" name="Picture 10" descr="A grey question mark in a circle&#10;&#10;AI-generated content may be incorrect.">
            <a:extLst>
              <a:ext uri="{FF2B5EF4-FFF2-40B4-BE49-F238E27FC236}">
                <a16:creationId xmlns:a16="http://schemas.microsoft.com/office/drawing/2014/main" id="{263801F7-DA95-70A9-D383-A875F5ED2C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834" y="23468"/>
            <a:ext cx="940278" cy="940278"/>
          </a:xfrm>
          <a:prstGeom prst="rect">
            <a:avLst/>
          </a:prstGeom>
        </p:spPr>
      </p:pic>
      <p:pic>
        <p:nvPicPr>
          <p:cNvPr id="12" name="Picture 11" descr="A hexagon shaped sign with white text&#10;&#10;AI-generated content may be incorrect.">
            <a:extLst>
              <a:ext uri="{FF2B5EF4-FFF2-40B4-BE49-F238E27FC236}">
                <a16:creationId xmlns:a16="http://schemas.microsoft.com/office/drawing/2014/main" id="{56AD6F56-28CD-1BD9-8B18-44125D2172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09" y="-44427"/>
            <a:ext cx="1157768" cy="1157768"/>
          </a:xfrm>
          <a:prstGeom prst="rect">
            <a:avLst/>
          </a:prstGeom>
        </p:spPr>
      </p:pic>
      <p:pic>
        <p:nvPicPr>
          <p:cNvPr id="3" name="Picture 2" descr="A black rectangular sign on a brick wall&#10;&#10;AI-generated content may be incorrect.">
            <a:extLst>
              <a:ext uri="{FF2B5EF4-FFF2-40B4-BE49-F238E27FC236}">
                <a16:creationId xmlns:a16="http://schemas.microsoft.com/office/drawing/2014/main" id="{6BD89D43-1881-9761-1D61-3271EEDB8B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2" r="1" b="4490"/>
          <a:stretch>
            <a:fillRect/>
          </a:stretch>
        </p:blipFill>
        <p:spPr>
          <a:xfrm>
            <a:off x="-156464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90F335-1766-7460-D751-5C781A3C09C8}"/>
              </a:ext>
            </a:extLst>
          </p:cNvPr>
          <p:cNvSpPr txBox="1"/>
          <p:nvPr/>
        </p:nvSpPr>
        <p:spPr>
          <a:xfrm>
            <a:off x="1077401" y="930746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Game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Mechanics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3E905-7EF1-E2AD-CD3E-FCE5BDFA3EB6}"/>
              </a:ext>
            </a:extLst>
          </p:cNvPr>
          <p:cNvSpPr txBox="1"/>
          <p:nvPr/>
        </p:nvSpPr>
        <p:spPr>
          <a:xfrm>
            <a:off x="1152459" y="2044077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First Person Shooter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A32F82-2317-3EC7-7CD4-2C234FEEC9C7}"/>
              </a:ext>
            </a:extLst>
          </p:cNvPr>
          <p:cNvSpPr txBox="1"/>
          <p:nvPr/>
        </p:nvSpPr>
        <p:spPr>
          <a:xfrm>
            <a:off x="1152458" y="2884069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Action-Puzzle game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9B6920-636E-5EB1-9482-137B4E1F687B}"/>
              </a:ext>
            </a:extLst>
          </p:cNvPr>
          <p:cNvSpPr txBox="1"/>
          <p:nvPr/>
        </p:nvSpPr>
        <p:spPr>
          <a:xfrm>
            <a:off x="1152458" y="3724060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Speedrun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E3B934-5F17-4B48-07A6-9532BEA31681}"/>
              </a:ext>
            </a:extLst>
          </p:cNvPr>
          <p:cNvSpPr txBox="1"/>
          <p:nvPr/>
        </p:nvSpPr>
        <p:spPr>
          <a:xfrm>
            <a:off x="1152457" y="4611364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Level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based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17" name="Picture 16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4D262192-1827-5858-2A75-581749EDA7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53" y="6124847"/>
            <a:ext cx="1774805" cy="6101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F2CD1C-3F2E-2FC9-E00D-775B81211371}"/>
              </a:ext>
            </a:extLst>
          </p:cNvPr>
          <p:cNvSpPr txBox="1"/>
          <p:nvPr/>
        </p:nvSpPr>
        <p:spPr>
          <a:xfrm>
            <a:off x="306103" y="6245246"/>
            <a:ext cx="140090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401471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FB53-47ED-AE48-92EB-4D352EFA0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B93BFA-D049-61FE-3336-C98D1EF25F1C}"/>
              </a:ext>
            </a:extLst>
          </p:cNvPr>
          <p:cNvSpPr txBox="1"/>
          <p:nvPr/>
        </p:nvSpPr>
        <p:spPr>
          <a:xfrm>
            <a:off x="1077401" y="930746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Game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Mechanics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E9B28-EAB9-2346-20A4-9A32F12A4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7" r="75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rectangular object with a black background&#10;&#10;AI-generated content may be incorrect.">
            <a:extLst>
              <a:ext uri="{FF2B5EF4-FFF2-40B4-BE49-F238E27FC236}">
                <a16:creationId xmlns:a16="http://schemas.microsoft.com/office/drawing/2014/main" id="{36AAEE51-88A5-4B4F-030A-18E899954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663" y="-1456968"/>
            <a:ext cx="9771936" cy="9771936"/>
          </a:xfrm>
          <a:prstGeom prst="rect">
            <a:avLst/>
          </a:prstGeom>
        </p:spPr>
      </p:pic>
      <p:pic>
        <p:nvPicPr>
          <p:cNvPr id="11" name="Picture 10" descr="A hexagon shaped sign with white text&#10;&#10;AI-generated content may be incorrect.">
            <a:extLst>
              <a:ext uri="{FF2B5EF4-FFF2-40B4-BE49-F238E27FC236}">
                <a16:creationId xmlns:a16="http://schemas.microsoft.com/office/drawing/2014/main" id="{A5197380-27FF-1339-5691-6401F992C0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09" y="-44427"/>
            <a:ext cx="1157768" cy="1157768"/>
          </a:xfrm>
          <a:prstGeom prst="rect">
            <a:avLst/>
          </a:prstGeom>
        </p:spPr>
      </p:pic>
      <p:pic>
        <p:nvPicPr>
          <p:cNvPr id="13" name="Picture 12" descr="A grey and white gear with a black background&#10;&#10;AI-generated content may be incorrect.">
            <a:extLst>
              <a:ext uri="{FF2B5EF4-FFF2-40B4-BE49-F238E27FC236}">
                <a16:creationId xmlns:a16="http://schemas.microsoft.com/office/drawing/2014/main" id="{6DCDB4FB-2DC6-597A-522E-8BC06101D4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727" y="112617"/>
            <a:ext cx="742950" cy="762000"/>
          </a:xfrm>
          <a:prstGeom prst="rect">
            <a:avLst/>
          </a:prstGeom>
        </p:spPr>
      </p:pic>
      <p:pic>
        <p:nvPicPr>
          <p:cNvPr id="15" name="Picture 14" descr="A grey question mark in a circle&#10;&#10;AI-generated content may be incorrect.">
            <a:extLst>
              <a:ext uri="{FF2B5EF4-FFF2-40B4-BE49-F238E27FC236}">
                <a16:creationId xmlns:a16="http://schemas.microsoft.com/office/drawing/2014/main" id="{F975C24D-936E-9D6C-BF34-5A874E906F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882" y="23478"/>
            <a:ext cx="940278" cy="9402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504844-2473-8668-271E-657D8F8FF9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735156"/>
            <a:ext cx="457200" cy="457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6857C1D-E3B8-08D0-7701-3229FC74EA41}"/>
              </a:ext>
            </a:extLst>
          </p:cNvPr>
          <p:cNvSpPr txBox="1"/>
          <p:nvPr/>
        </p:nvSpPr>
        <p:spPr>
          <a:xfrm>
            <a:off x="3060699" y="851731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Challenges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3BA228-5E65-B0C4-9DA5-056F19516CA8}"/>
              </a:ext>
            </a:extLst>
          </p:cNvPr>
          <p:cNvSpPr txBox="1"/>
          <p:nvPr/>
        </p:nvSpPr>
        <p:spPr>
          <a:xfrm>
            <a:off x="2779388" y="1782477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1)	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Grappling</a:t>
            </a:r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Hook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7A6F1B-38A5-2B0C-13A5-F5A152299B8C}"/>
              </a:ext>
            </a:extLst>
          </p:cNvPr>
          <p:cNvSpPr txBox="1"/>
          <p:nvPr/>
        </p:nvSpPr>
        <p:spPr>
          <a:xfrm>
            <a:off x="2779387" y="3632763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2)	Challenge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D44423-FAFE-30B6-B904-FAFF2CE56F96}"/>
              </a:ext>
            </a:extLst>
          </p:cNvPr>
          <p:cNvSpPr txBox="1"/>
          <p:nvPr/>
        </p:nvSpPr>
        <p:spPr>
          <a:xfrm>
            <a:off x="3202338" y="2339476"/>
            <a:ext cx="663322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</a:t>
            </a:r>
            <a:r>
              <a:rPr lang="de-DE" sz="2400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gravity</a:t>
            </a:r>
            <a:r>
              <a:rPr lang="de-DE" sz="24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</a:t>
            </a:r>
            <a:r>
              <a:rPr lang="de-DE" sz="2400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suspension</a:t>
            </a:r>
            <a:endParaRPr lang="de-DE" sz="24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C8647F-B1A3-8DAC-068C-317702894689}"/>
              </a:ext>
            </a:extLst>
          </p:cNvPr>
          <p:cNvSpPr txBox="1"/>
          <p:nvPr/>
        </p:nvSpPr>
        <p:spPr>
          <a:xfrm>
            <a:off x="3202338" y="2864484"/>
            <a:ext cx="663322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</a:t>
            </a:r>
            <a:r>
              <a:rPr lang="de-DE" sz="24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Reel 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FC2730-EEBA-4E8C-9AA5-1F55136B7B73}"/>
              </a:ext>
            </a:extLst>
          </p:cNvPr>
          <p:cNvSpPr txBox="1"/>
          <p:nvPr/>
        </p:nvSpPr>
        <p:spPr>
          <a:xfrm>
            <a:off x="3202338" y="4231764"/>
            <a:ext cx="663322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</a:t>
            </a:r>
            <a:r>
              <a:rPr lang="de-DE" sz="24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Manager </a:t>
            </a:r>
            <a:r>
              <a:rPr lang="de-DE" sz="2400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Interference</a:t>
            </a:r>
            <a:endParaRPr lang="de-DE" sz="24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6B8A1-80A0-A515-E86E-8CFB1F7D1CE4}"/>
              </a:ext>
            </a:extLst>
          </p:cNvPr>
          <p:cNvSpPr txBox="1"/>
          <p:nvPr/>
        </p:nvSpPr>
        <p:spPr>
          <a:xfrm>
            <a:off x="3202338" y="4756772"/>
            <a:ext cx="663322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</a:t>
            </a:r>
            <a:r>
              <a:rPr lang="de-DE" sz="24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Order </a:t>
            </a:r>
            <a:r>
              <a:rPr lang="de-DE" sz="2400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Enforcement</a:t>
            </a:r>
            <a:endParaRPr lang="de-DE" sz="24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25" name="Picture 24" descr="A black rectangular sign on a brick wall&#10;&#10;AI-generated content may be incorrect.">
            <a:extLst>
              <a:ext uri="{FF2B5EF4-FFF2-40B4-BE49-F238E27FC236}">
                <a16:creationId xmlns:a16="http://schemas.microsoft.com/office/drawing/2014/main" id="{2C7F3705-019A-92C3-171D-3F7F994245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2" r="1" b="4490"/>
          <a:stretch>
            <a:fillRect/>
          </a:stretch>
        </p:blipFill>
        <p:spPr>
          <a:xfrm>
            <a:off x="-1241013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9958619-E082-DEE9-53F4-E89443E569FA}"/>
              </a:ext>
            </a:extLst>
          </p:cNvPr>
          <p:cNvSpPr txBox="1"/>
          <p:nvPr/>
        </p:nvSpPr>
        <p:spPr>
          <a:xfrm>
            <a:off x="-9768089" y="930746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Game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Mechanics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42B9DA-5862-7F10-D0B9-99D8B9464A7D}"/>
              </a:ext>
            </a:extLst>
          </p:cNvPr>
          <p:cNvSpPr txBox="1"/>
          <p:nvPr/>
        </p:nvSpPr>
        <p:spPr>
          <a:xfrm>
            <a:off x="-9693031" y="2044077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First Person Shooter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ABE365-AB7F-37E8-DF1F-A81C95B403C3}"/>
              </a:ext>
            </a:extLst>
          </p:cNvPr>
          <p:cNvSpPr txBox="1"/>
          <p:nvPr/>
        </p:nvSpPr>
        <p:spPr>
          <a:xfrm>
            <a:off x="-9693032" y="2884069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Action-Puzzle game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5AE40F-0821-B9BF-FA04-35CD66EE2416}"/>
              </a:ext>
            </a:extLst>
          </p:cNvPr>
          <p:cNvSpPr txBox="1"/>
          <p:nvPr/>
        </p:nvSpPr>
        <p:spPr>
          <a:xfrm>
            <a:off x="-9693032" y="3724060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Speedrun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456D87-CD56-2B95-913C-4F8A68281901}"/>
              </a:ext>
            </a:extLst>
          </p:cNvPr>
          <p:cNvSpPr txBox="1"/>
          <p:nvPr/>
        </p:nvSpPr>
        <p:spPr>
          <a:xfrm>
            <a:off x="-9693033" y="4611364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Level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based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31" name="Picture 30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FBE918F2-5D04-93B5-DE0C-61E7C9300C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55491" y="6074956"/>
            <a:ext cx="1774805" cy="61013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89A3C94-EF9A-E36C-D7D7-097114E126EC}"/>
              </a:ext>
            </a:extLst>
          </p:cNvPr>
          <p:cNvSpPr txBox="1"/>
          <p:nvPr/>
        </p:nvSpPr>
        <p:spPr>
          <a:xfrm>
            <a:off x="-10468541" y="6195355"/>
            <a:ext cx="140090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1150516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0C8B3-688A-35EC-C8ED-FBA0A189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rectangular sign on a brick wall&#10;&#10;AI-generated content may be incorrect.">
            <a:extLst>
              <a:ext uri="{FF2B5EF4-FFF2-40B4-BE49-F238E27FC236}">
                <a16:creationId xmlns:a16="http://schemas.microsoft.com/office/drawing/2014/main" id="{38A2BF0C-0E87-6EA9-27F5-BACFE8B93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2" r="1" b="4490"/>
          <a:stretch>
            <a:fillRect/>
          </a:stretch>
        </p:blipFill>
        <p:spPr>
          <a:xfrm>
            <a:off x="-1241013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104253-6268-FA35-15BF-43372946624B}"/>
              </a:ext>
            </a:extLst>
          </p:cNvPr>
          <p:cNvSpPr txBox="1"/>
          <p:nvPr/>
        </p:nvSpPr>
        <p:spPr>
          <a:xfrm>
            <a:off x="-9768089" y="930746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Game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Mechanics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B579D-C7A5-FCDB-5A96-2AE2AB2E4545}"/>
              </a:ext>
            </a:extLst>
          </p:cNvPr>
          <p:cNvSpPr txBox="1"/>
          <p:nvPr/>
        </p:nvSpPr>
        <p:spPr>
          <a:xfrm>
            <a:off x="-9693031" y="2044077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First Person Shooter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19A569-BEDC-DA9F-D766-60338EFE3FA1}"/>
              </a:ext>
            </a:extLst>
          </p:cNvPr>
          <p:cNvSpPr txBox="1"/>
          <p:nvPr/>
        </p:nvSpPr>
        <p:spPr>
          <a:xfrm>
            <a:off x="-9693032" y="2884069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Action-Puzzle game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7DC030-DA93-619F-F2B9-A4CADE10F51B}"/>
              </a:ext>
            </a:extLst>
          </p:cNvPr>
          <p:cNvSpPr txBox="1"/>
          <p:nvPr/>
        </p:nvSpPr>
        <p:spPr>
          <a:xfrm>
            <a:off x="-9693032" y="3724060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Speedrun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D20F56-D60A-3514-2CF7-6881D16BE152}"/>
              </a:ext>
            </a:extLst>
          </p:cNvPr>
          <p:cNvSpPr txBox="1"/>
          <p:nvPr/>
        </p:nvSpPr>
        <p:spPr>
          <a:xfrm>
            <a:off x="-9693033" y="4611364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Level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based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14" name="Picture 13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1122032A-C08A-128E-9334-CA69539F5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55491" y="6074956"/>
            <a:ext cx="1774805" cy="6101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0E1F699-3888-8524-F0A6-EB3F62B732B0}"/>
              </a:ext>
            </a:extLst>
          </p:cNvPr>
          <p:cNvSpPr txBox="1"/>
          <p:nvPr/>
        </p:nvSpPr>
        <p:spPr>
          <a:xfrm>
            <a:off x="-10468541" y="6195355"/>
            <a:ext cx="140090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Start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84D696-65A6-B144-0F27-31AB33A05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90"/>
            <a:ext cx="12191999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73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23978-7DE7-D28A-83AF-CA449CAC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rectangular sign on a brick wall&#10;&#10;AI-generated content may be incorrect.">
            <a:extLst>
              <a:ext uri="{FF2B5EF4-FFF2-40B4-BE49-F238E27FC236}">
                <a16:creationId xmlns:a16="http://schemas.microsoft.com/office/drawing/2014/main" id="{2468C262-ACA9-B4A8-3AB3-B8425BBF9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2" r="1" b="4490"/>
          <a:stretch>
            <a:fillRect/>
          </a:stretch>
        </p:blipFill>
        <p:spPr>
          <a:xfrm>
            <a:off x="-1241013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B35E8-C017-1408-8C42-5537B65D14A8}"/>
              </a:ext>
            </a:extLst>
          </p:cNvPr>
          <p:cNvSpPr txBox="1"/>
          <p:nvPr/>
        </p:nvSpPr>
        <p:spPr>
          <a:xfrm>
            <a:off x="-9768089" y="930746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Game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Mechanics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DFC1A-A1A6-BBA1-3821-948709C16030}"/>
              </a:ext>
            </a:extLst>
          </p:cNvPr>
          <p:cNvSpPr txBox="1"/>
          <p:nvPr/>
        </p:nvSpPr>
        <p:spPr>
          <a:xfrm>
            <a:off x="-9693031" y="2044077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First Person Shooter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62A80B-D424-38FC-DB80-DAD44ECC7F73}"/>
              </a:ext>
            </a:extLst>
          </p:cNvPr>
          <p:cNvSpPr txBox="1"/>
          <p:nvPr/>
        </p:nvSpPr>
        <p:spPr>
          <a:xfrm>
            <a:off x="-9693032" y="2884069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Action-Puzzle game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4BA7E0-003B-38B0-E71C-9340914395AE}"/>
              </a:ext>
            </a:extLst>
          </p:cNvPr>
          <p:cNvSpPr txBox="1"/>
          <p:nvPr/>
        </p:nvSpPr>
        <p:spPr>
          <a:xfrm>
            <a:off x="-9693032" y="3724060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Speedrun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94A4FD-F6A8-CC08-833A-38F848F4C811}"/>
              </a:ext>
            </a:extLst>
          </p:cNvPr>
          <p:cNvSpPr txBox="1"/>
          <p:nvPr/>
        </p:nvSpPr>
        <p:spPr>
          <a:xfrm>
            <a:off x="-9693033" y="4611364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Level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based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14" name="Picture 13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663C7824-42D4-7C07-1577-C434C9FF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55491" y="6074956"/>
            <a:ext cx="1774805" cy="6101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7480CE-42BB-99F9-A7A7-072F27F10ADA}"/>
              </a:ext>
            </a:extLst>
          </p:cNvPr>
          <p:cNvSpPr txBox="1"/>
          <p:nvPr/>
        </p:nvSpPr>
        <p:spPr>
          <a:xfrm>
            <a:off x="-10468541" y="6195355"/>
            <a:ext cx="140090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Start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715F17-0895-1268-0B4A-0A72829B1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43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B55D0-FAFB-B264-3D98-CD2EEB00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rectangular sign on a brick wall&#10;&#10;AI-generated content may be incorrect.">
            <a:extLst>
              <a:ext uri="{FF2B5EF4-FFF2-40B4-BE49-F238E27FC236}">
                <a16:creationId xmlns:a16="http://schemas.microsoft.com/office/drawing/2014/main" id="{265C7EFC-EA13-9D7B-8320-DF719612E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2" r="1" b="4490"/>
          <a:stretch>
            <a:fillRect/>
          </a:stretch>
        </p:blipFill>
        <p:spPr>
          <a:xfrm>
            <a:off x="-1241013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93A689-076A-E756-314A-3C71F1F7CE97}"/>
              </a:ext>
            </a:extLst>
          </p:cNvPr>
          <p:cNvSpPr txBox="1"/>
          <p:nvPr/>
        </p:nvSpPr>
        <p:spPr>
          <a:xfrm>
            <a:off x="-9768089" y="930746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Game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Mechanics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BEC7D-D4B7-E4F9-786B-55E837CF1B96}"/>
              </a:ext>
            </a:extLst>
          </p:cNvPr>
          <p:cNvSpPr txBox="1"/>
          <p:nvPr/>
        </p:nvSpPr>
        <p:spPr>
          <a:xfrm>
            <a:off x="-9693031" y="2044077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First Person Shooter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9CC2C-FC96-BC26-9393-F7B78B1C20C2}"/>
              </a:ext>
            </a:extLst>
          </p:cNvPr>
          <p:cNvSpPr txBox="1"/>
          <p:nvPr/>
        </p:nvSpPr>
        <p:spPr>
          <a:xfrm>
            <a:off x="-9693032" y="2884069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Action-Puzzle game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EB07BE-5C1A-719B-8949-71E9D7663451}"/>
              </a:ext>
            </a:extLst>
          </p:cNvPr>
          <p:cNvSpPr txBox="1"/>
          <p:nvPr/>
        </p:nvSpPr>
        <p:spPr>
          <a:xfrm>
            <a:off x="-9693032" y="3724060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Speedrun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B043F1-E337-9BFE-93D7-9E9D7B2D04D7}"/>
              </a:ext>
            </a:extLst>
          </p:cNvPr>
          <p:cNvSpPr txBox="1"/>
          <p:nvPr/>
        </p:nvSpPr>
        <p:spPr>
          <a:xfrm>
            <a:off x="-9693033" y="4611364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Level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based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14" name="Picture 13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400AA608-87BE-6485-C938-DCA232DE3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55491" y="6074956"/>
            <a:ext cx="1774805" cy="6101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75074B7-6B04-1D07-7F69-389CCB220D90}"/>
              </a:ext>
            </a:extLst>
          </p:cNvPr>
          <p:cNvSpPr txBox="1"/>
          <p:nvPr/>
        </p:nvSpPr>
        <p:spPr>
          <a:xfrm>
            <a:off x="-10468541" y="6195355"/>
            <a:ext cx="140090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Start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B089AA-2D2B-1E89-9D10-59D52A67B4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90"/>
            <a:ext cx="12191999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7ADB1-6056-DF7E-02DC-F182A30C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rectangular sign on a brick wall&#10;&#10;AI-generated content may be incorrect.">
            <a:extLst>
              <a:ext uri="{FF2B5EF4-FFF2-40B4-BE49-F238E27FC236}">
                <a16:creationId xmlns:a16="http://schemas.microsoft.com/office/drawing/2014/main" id="{D5A127AF-F0AB-6E4C-1AE9-244DADB06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2" r="1" b="4490"/>
          <a:stretch>
            <a:fillRect/>
          </a:stretch>
        </p:blipFill>
        <p:spPr>
          <a:xfrm>
            <a:off x="-1241013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549E70-4607-A766-0DF3-BF0E9C5FA3E5}"/>
              </a:ext>
            </a:extLst>
          </p:cNvPr>
          <p:cNvSpPr txBox="1"/>
          <p:nvPr/>
        </p:nvSpPr>
        <p:spPr>
          <a:xfrm>
            <a:off x="-9768089" y="930746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Optimizations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4A9AF-9E3A-C6ED-F773-92D6F85A77B7}"/>
              </a:ext>
            </a:extLst>
          </p:cNvPr>
          <p:cNvSpPr txBox="1"/>
          <p:nvPr/>
        </p:nvSpPr>
        <p:spPr>
          <a:xfrm>
            <a:off x="-9693031" y="2044077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Smart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Object</a:t>
            </a:r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deactivation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FC53B-0B23-5FCA-AAAC-B2C39AA068C7}"/>
              </a:ext>
            </a:extLst>
          </p:cNvPr>
          <p:cNvSpPr txBox="1"/>
          <p:nvPr/>
        </p:nvSpPr>
        <p:spPr>
          <a:xfrm>
            <a:off x="-9693032" y="2884069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OnDemand</a:t>
            </a:r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Checks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D30165-3FB8-9E1F-8896-962593616E45}"/>
              </a:ext>
            </a:extLst>
          </p:cNvPr>
          <p:cNvSpPr txBox="1"/>
          <p:nvPr/>
        </p:nvSpPr>
        <p:spPr>
          <a:xfrm>
            <a:off x="-9693032" y="3724060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XXX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06CC6-92C3-3CA6-4703-C1E5318851F5}"/>
              </a:ext>
            </a:extLst>
          </p:cNvPr>
          <p:cNvSpPr txBox="1"/>
          <p:nvPr/>
        </p:nvSpPr>
        <p:spPr>
          <a:xfrm>
            <a:off x="-9693033" y="4611364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XXX</a:t>
            </a:r>
          </a:p>
        </p:txBody>
      </p:sp>
      <p:pic>
        <p:nvPicPr>
          <p:cNvPr id="10" name="Picture 9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792925FD-67E9-3639-9F79-E486DA1234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55491" y="6074956"/>
            <a:ext cx="1774805" cy="610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3CDD72-DAC1-EEC4-4FB2-8BC90D82ABE8}"/>
              </a:ext>
            </a:extLst>
          </p:cNvPr>
          <p:cNvSpPr txBox="1"/>
          <p:nvPr/>
        </p:nvSpPr>
        <p:spPr>
          <a:xfrm>
            <a:off x="-10468541" y="6195355"/>
            <a:ext cx="140090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Start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C58EF1-9B36-2D1B-2B3D-8251102B4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56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E7FE2-1324-FE98-B90C-E415E74AF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84ED36-55C7-B33E-07BC-C8048981ADE6}"/>
              </a:ext>
            </a:extLst>
          </p:cNvPr>
          <p:cNvSpPr txBox="1"/>
          <p:nvPr/>
        </p:nvSpPr>
        <p:spPr>
          <a:xfrm>
            <a:off x="1077401" y="930746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Game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Mechanics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426C13-DD60-D0FD-1C69-5747509036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7" r="75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rectangular object with a black background&#10;&#10;AI-generated content may be incorrect.">
            <a:extLst>
              <a:ext uri="{FF2B5EF4-FFF2-40B4-BE49-F238E27FC236}">
                <a16:creationId xmlns:a16="http://schemas.microsoft.com/office/drawing/2014/main" id="{EC82185E-C4FF-03C8-28EB-E1C7A452E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663" y="-1456968"/>
            <a:ext cx="9771936" cy="9771936"/>
          </a:xfrm>
          <a:prstGeom prst="rect">
            <a:avLst/>
          </a:prstGeom>
        </p:spPr>
      </p:pic>
      <p:pic>
        <p:nvPicPr>
          <p:cNvPr id="11" name="Picture 10" descr="A hexagon shaped sign with white text&#10;&#10;AI-generated content may be incorrect.">
            <a:extLst>
              <a:ext uri="{FF2B5EF4-FFF2-40B4-BE49-F238E27FC236}">
                <a16:creationId xmlns:a16="http://schemas.microsoft.com/office/drawing/2014/main" id="{3D61288D-EC67-D5E1-7668-EA5F6C49A4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09" y="-44427"/>
            <a:ext cx="1157768" cy="1157768"/>
          </a:xfrm>
          <a:prstGeom prst="rect">
            <a:avLst/>
          </a:prstGeom>
        </p:spPr>
      </p:pic>
      <p:pic>
        <p:nvPicPr>
          <p:cNvPr id="13" name="Picture 12" descr="A grey and white gear with a black background&#10;&#10;AI-generated content may be incorrect.">
            <a:extLst>
              <a:ext uri="{FF2B5EF4-FFF2-40B4-BE49-F238E27FC236}">
                <a16:creationId xmlns:a16="http://schemas.microsoft.com/office/drawing/2014/main" id="{336722A4-93CB-0873-E46B-EDDC7BB2D9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727" y="112617"/>
            <a:ext cx="742950" cy="762000"/>
          </a:xfrm>
          <a:prstGeom prst="rect">
            <a:avLst/>
          </a:prstGeom>
        </p:spPr>
      </p:pic>
      <p:pic>
        <p:nvPicPr>
          <p:cNvPr id="15" name="Picture 14" descr="A grey question mark in a circle&#10;&#10;AI-generated content may be incorrect.">
            <a:extLst>
              <a:ext uri="{FF2B5EF4-FFF2-40B4-BE49-F238E27FC236}">
                <a16:creationId xmlns:a16="http://schemas.microsoft.com/office/drawing/2014/main" id="{A4C0690D-F8CD-BD52-2477-82E0639F55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882" y="23478"/>
            <a:ext cx="940278" cy="9402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32F323-0FCF-466D-6A25-27CE0AEAB6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735156"/>
            <a:ext cx="457200" cy="457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E093A6-6BAD-BE3B-6329-1A0BF0E9B693}"/>
              </a:ext>
            </a:extLst>
          </p:cNvPr>
          <p:cNvSpPr txBox="1"/>
          <p:nvPr/>
        </p:nvSpPr>
        <p:spPr>
          <a:xfrm>
            <a:off x="3060699" y="851731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Technical Solutions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BC61B8-014B-7E21-8958-B8A0DF03CE9E}"/>
              </a:ext>
            </a:extLst>
          </p:cNvPr>
          <p:cNvSpPr txBox="1"/>
          <p:nvPr/>
        </p:nvSpPr>
        <p:spPr>
          <a:xfrm>
            <a:off x="2779388" y="1782477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1)	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Grappling</a:t>
            </a:r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Hook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42AF1B-48CC-BB67-CAF6-C8ECCCEAA0B4}"/>
              </a:ext>
            </a:extLst>
          </p:cNvPr>
          <p:cNvSpPr txBox="1"/>
          <p:nvPr/>
        </p:nvSpPr>
        <p:spPr>
          <a:xfrm>
            <a:off x="2779387" y="3632763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2)	Challenge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F35456-20E3-D793-E078-F88FF04E5D76}"/>
              </a:ext>
            </a:extLst>
          </p:cNvPr>
          <p:cNvSpPr txBox="1"/>
          <p:nvPr/>
        </p:nvSpPr>
        <p:spPr>
          <a:xfrm>
            <a:off x="3202338" y="2339476"/>
            <a:ext cx="663322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</a:t>
            </a:r>
            <a:r>
              <a:rPr lang="de-DE" sz="2400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Deferred</a:t>
            </a:r>
            <a:r>
              <a:rPr lang="de-DE" sz="24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</a:t>
            </a:r>
            <a:r>
              <a:rPr lang="de-DE" sz="2400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script</a:t>
            </a:r>
            <a:r>
              <a:rPr lang="de-DE" sz="24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</a:t>
            </a:r>
            <a:r>
              <a:rPr lang="de-DE" sz="2400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execution</a:t>
            </a:r>
            <a:endParaRPr lang="de-DE" sz="24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D8489B-98B6-5BF3-77FD-AFFD2EA4A5AB}"/>
              </a:ext>
            </a:extLst>
          </p:cNvPr>
          <p:cNvSpPr txBox="1"/>
          <p:nvPr/>
        </p:nvSpPr>
        <p:spPr>
          <a:xfrm>
            <a:off x="3202338" y="2864484"/>
            <a:ext cx="672873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</a:t>
            </a:r>
            <a:r>
              <a:rPr lang="de-DE" sz="24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external </a:t>
            </a:r>
            <a:r>
              <a:rPr lang="de-DE" sz="2400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movement</a:t>
            </a:r>
            <a:r>
              <a:rPr lang="de-DE" sz="24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</a:t>
            </a:r>
            <a:r>
              <a:rPr lang="de-DE" sz="2400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calculation</a:t>
            </a:r>
            <a:endParaRPr lang="de-DE" sz="24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B14B35-C56C-FEC2-0408-A21534647B52}"/>
              </a:ext>
            </a:extLst>
          </p:cNvPr>
          <p:cNvSpPr txBox="1"/>
          <p:nvPr/>
        </p:nvSpPr>
        <p:spPr>
          <a:xfrm>
            <a:off x="3202338" y="4231764"/>
            <a:ext cx="663322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</a:t>
            </a:r>
            <a:r>
              <a:rPr lang="de-DE" sz="24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Script</a:t>
            </a:r>
            <a:r>
              <a:rPr lang="de-DE" sz="24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</a:t>
            </a:r>
            <a:r>
              <a:rPr lang="de-DE" sz="24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Deactivatino</a:t>
            </a:r>
            <a:endParaRPr lang="de-DE" sz="24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E01342-C4EB-C610-133A-A3D361C90624}"/>
              </a:ext>
            </a:extLst>
          </p:cNvPr>
          <p:cNvSpPr txBox="1"/>
          <p:nvPr/>
        </p:nvSpPr>
        <p:spPr>
          <a:xfrm>
            <a:off x="3202337" y="4737856"/>
            <a:ext cx="663322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</a:t>
            </a:r>
            <a:r>
              <a:rPr lang="de-DE" sz="2400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Centralized</a:t>
            </a:r>
            <a:r>
              <a:rPr lang="de-DE" sz="24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Challenge                                                 	Management</a:t>
            </a:r>
          </a:p>
        </p:txBody>
      </p:sp>
      <p:pic>
        <p:nvPicPr>
          <p:cNvPr id="2" name="Picture 1" descr="A black rectangular sign on a brick wall&#10;&#10;AI-generated content may be incorrect.">
            <a:extLst>
              <a:ext uri="{FF2B5EF4-FFF2-40B4-BE49-F238E27FC236}">
                <a16:creationId xmlns:a16="http://schemas.microsoft.com/office/drawing/2014/main" id="{717FD6C5-0330-EBFC-FC29-E04357B62A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2" r="1" b="4490"/>
          <a:stretch>
            <a:fillRect/>
          </a:stretch>
        </p:blipFill>
        <p:spPr>
          <a:xfrm>
            <a:off x="-1241013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5A37EF-084D-5274-B6C0-7F8866746E67}"/>
              </a:ext>
            </a:extLst>
          </p:cNvPr>
          <p:cNvSpPr txBox="1"/>
          <p:nvPr/>
        </p:nvSpPr>
        <p:spPr>
          <a:xfrm>
            <a:off x="-9768089" y="930746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Optimizations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ABB96-A731-C9A0-A35E-5745F7CB365A}"/>
              </a:ext>
            </a:extLst>
          </p:cNvPr>
          <p:cNvSpPr txBox="1"/>
          <p:nvPr/>
        </p:nvSpPr>
        <p:spPr>
          <a:xfrm>
            <a:off x="-9693031" y="2044077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Smart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Object</a:t>
            </a:r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deactivation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8644CD-8AF2-9F8F-F76A-9E44E7CAFB78}"/>
              </a:ext>
            </a:extLst>
          </p:cNvPr>
          <p:cNvSpPr txBox="1"/>
          <p:nvPr/>
        </p:nvSpPr>
        <p:spPr>
          <a:xfrm>
            <a:off x="-9693032" y="2884069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OnDemand</a:t>
            </a:r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Checks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5D51D-DF8A-E843-0512-97FB640B1BBA}"/>
              </a:ext>
            </a:extLst>
          </p:cNvPr>
          <p:cNvSpPr txBox="1"/>
          <p:nvPr/>
        </p:nvSpPr>
        <p:spPr>
          <a:xfrm>
            <a:off x="-9693032" y="3724060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XXX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C4013-A863-9C6A-E006-5EEDE2C6171F}"/>
              </a:ext>
            </a:extLst>
          </p:cNvPr>
          <p:cNvSpPr txBox="1"/>
          <p:nvPr/>
        </p:nvSpPr>
        <p:spPr>
          <a:xfrm>
            <a:off x="-9693033" y="4611364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XXX</a:t>
            </a:r>
          </a:p>
        </p:txBody>
      </p:sp>
      <p:pic>
        <p:nvPicPr>
          <p:cNvPr id="12" name="Picture 11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03A7D56D-C6BB-D37C-155C-1D3C91C73A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55491" y="6074956"/>
            <a:ext cx="1774805" cy="6101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71478E-52C2-46C2-CBBA-5AEA3FD62E20}"/>
              </a:ext>
            </a:extLst>
          </p:cNvPr>
          <p:cNvSpPr txBox="1"/>
          <p:nvPr/>
        </p:nvSpPr>
        <p:spPr>
          <a:xfrm>
            <a:off x="-10468541" y="6195355"/>
            <a:ext cx="140090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2361910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30E7-DAF0-FBBD-C303-BE23547B1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BF0182-60B4-B990-BA23-CAFB7C7DDF05}"/>
              </a:ext>
            </a:extLst>
          </p:cNvPr>
          <p:cNvSpPr txBox="1"/>
          <p:nvPr/>
        </p:nvSpPr>
        <p:spPr>
          <a:xfrm>
            <a:off x="-473608" y="907596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Game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Mechanics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B3E6A-3401-F82B-82DE-DC178E71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7" r="75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hexagon shaped sign with white text&#10;&#10;AI-generated content may be incorrect.">
            <a:extLst>
              <a:ext uri="{FF2B5EF4-FFF2-40B4-BE49-F238E27FC236}">
                <a16:creationId xmlns:a16="http://schemas.microsoft.com/office/drawing/2014/main" id="{365E73E7-F450-D8B0-4623-222F0A3E7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09" y="-44427"/>
            <a:ext cx="1157768" cy="1157768"/>
          </a:xfrm>
          <a:prstGeom prst="rect">
            <a:avLst/>
          </a:prstGeom>
        </p:spPr>
      </p:pic>
      <p:pic>
        <p:nvPicPr>
          <p:cNvPr id="13" name="Picture 12" descr="A grey and white gear with a black background&#10;&#10;AI-generated content may be incorrect.">
            <a:extLst>
              <a:ext uri="{FF2B5EF4-FFF2-40B4-BE49-F238E27FC236}">
                <a16:creationId xmlns:a16="http://schemas.microsoft.com/office/drawing/2014/main" id="{DA19DB9D-4CD0-9775-FD04-682D638B5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727" y="112617"/>
            <a:ext cx="742950" cy="762000"/>
          </a:xfrm>
          <a:prstGeom prst="rect">
            <a:avLst/>
          </a:prstGeom>
        </p:spPr>
      </p:pic>
      <p:pic>
        <p:nvPicPr>
          <p:cNvPr id="15" name="Picture 14" descr="A grey question mark in a circle&#10;&#10;AI-generated content may be incorrect.">
            <a:extLst>
              <a:ext uri="{FF2B5EF4-FFF2-40B4-BE49-F238E27FC236}">
                <a16:creationId xmlns:a16="http://schemas.microsoft.com/office/drawing/2014/main" id="{DBF2207C-5BD3-B923-2E6D-0429A85F37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882" y="23478"/>
            <a:ext cx="940278" cy="940278"/>
          </a:xfrm>
          <a:prstGeom prst="rect">
            <a:avLst/>
          </a:prstGeom>
        </p:spPr>
      </p:pic>
      <p:pic>
        <p:nvPicPr>
          <p:cNvPr id="2" name="Picture 1" descr="A black rectangular sign on a brick wall&#10;&#10;AI-generated content may be incorrect.">
            <a:extLst>
              <a:ext uri="{FF2B5EF4-FFF2-40B4-BE49-F238E27FC236}">
                <a16:creationId xmlns:a16="http://schemas.microsoft.com/office/drawing/2014/main" id="{C9E0E5CC-FBF4-AD58-0291-5A112D2C1E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2" r="1" b="4490"/>
          <a:stretch>
            <a:fillRect/>
          </a:stretch>
        </p:blipFill>
        <p:spPr>
          <a:xfrm>
            <a:off x="-1551009" y="328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C678C-FE34-E1C3-D2EF-6D527EE3C840}"/>
              </a:ext>
            </a:extLst>
          </p:cNvPr>
          <p:cNvSpPr txBox="1"/>
          <p:nvPr/>
        </p:nvSpPr>
        <p:spPr>
          <a:xfrm>
            <a:off x="1091033" y="931064"/>
            <a:ext cx="607060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Optimizations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9B6BE-C35E-E97C-AB9C-57232686BCD0}"/>
              </a:ext>
            </a:extLst>
          </p:cNvPr>
          <p:cNvSpPr txBox="1"/>
          <p:nvPr/>
        </p:nvSpPr>
        <p:spPr>
          <a:xfrm>
            <a:off x="1166091" y="2044395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Smart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Object</a:t>
            </a:r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deactivation</a:t>
            </a:r>
            <a:endParaRPr lang="de-DE" sz="2800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F3D9E-4CDB-3CCB-2738-7C42172A93D1}"/>
              </a:ext>
            </a:extLst>
          </p:cNvPr>
          <p:cNvSpPr txBox="1"/>
          <p:nvPr/>
        </p:nvSpPr>
        <p:spPr>
          <a:xfrm>
            <a:off x="1166090" y="2884387"/>
            <a:ext cx="663322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o	</a:t>
            </a:r>
            <a:r>
              <a:rPr lang="de-DE" sz="2800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OnDemand</a:t>
            </a:r>
            <a:r>
              <a:rPr lang="de-DE" sz="28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 Checks</a:t>
            </a:r>
          </a:p>
        </p:txBody>
      </p:sp>
      <p:pic>
        <p:nvPicPr>
          <p:cNvPr id="12" name="Picture 11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B853FD1-9D20-5818-4292-990500F17B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53" y="6124847"/>
            <a:ext cx="1774805" cy="6101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EC3D12-FEF2-8F0D-FF27-32CFF27C8826}"/>
              </a:ext>
            </a:extLst>
          </p:cNvPr>
          <p:cNvSpPr txBox="1"/>
          <p:nvPr/>
        </p:nvSpPr>
        <p:spPr>
          <a:xfrm>
            <a:off x="306103" y="6245246"/>
            <a:ext cx="140090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4085969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F49B7-2CC3-9DA6-886F-5BF064BF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rectangular sign on a brick wall&#10;&#10;AI-generated content may be incorrect.">
            <a:extLst>
              <a:ext uri="{FF2B5EF4-FFF2-40B4-BE49-F238E27FC236}">
                <a16:creationId xmlns:a16="http://schemas.microsoft.com/office/drawing/2014/main" id="{05E0D09D-A12F-10D7-2F5B-73968BAD0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7" b="7870"/>
          <a:stretch>
            <a:fillRect/>
          </a:stretch>
        </p:blipFill>
        <p:spPr>
          <a:xfrm>
            <a:off x="0" y="0"/>
            <a:ext cx="1219962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155B28-9FFA-A1FD-2445-E8E15B5C6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39" y="881026"/>
            <a:ext cx="4369520" cy="825854"/>
          </a:xfrm>
          <a:prstGeom prst="rect">
            <a:avLst/>
          </a:prstGeom>
        </p:spPr>
      </p:pic>
      <p:pic>
        <p:nvPicPr>
          <p:cNvPr id="16" name="Picture 15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6577EC1F-490C-3A6A-6E3A-73B0A204AF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160" y="4883194"/>
            <a:ext cx="5313680" cy="825854"/>
          </a:xfrm>
          <a:prstGeom prst="rect">
            <a:avLst/>
          </a:prstGeom>
        </p:spPr>
      </p:pic>
      <p:pic>
        <p:nvPicPr>
          <p:cNvPr id="17" name="Picture 16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5564D9A2-A7BB-105F-23B8-C42D7225C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160" y="3917994"/>
            <a:ext cx="5313680" cy="8258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B7D552D-4183-CA17-B829-8FFDCE8250B2}"/>
              </a:ext>
            </a:extLst>
          </p:cNvPr>
          <p:cNvSpPr txBox="1"/>
          <p:nvPr/>
        </p:nvSpPr>
        <p:spPr>
          <a:xfrm>
            <a:off x="4444734" y="4124881"/>
            <a:ext cx="33025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Start Game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E04BC6-04E7-613C-D536-6A7E21FC39FD}"/>
              </a:ext>
            </a:extLst>
          </p:cNvPr>
          <p:cNvSpPr txBox="1"/>
          <p:nvPr/>
        </p:nvSpPr>
        <p:spPr>
          <a:xfrm>
            <a:off x="4444734" y="5111455"/>
            <a:ext cx="33025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Skip Tutorial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DCA113-90F5-E7C4-A31A-4ABE66CFFCD7}"/>
              </a:ext>
            </a:extLst>
          </p:cNvPr>
          <p:cNvSpPr txBox="1"/>
          <p:nvPr/>
        </p:nvSpPr>
        <p:spPr>
          <a:xfrm>
            <a:off x="198119" y="6373675"/>
            <a:ext cx="168148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28.10.2025</a:t>
            </a:r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F55653B-E70E-1808-0CDF-8AE6C31EB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471" y="1748443"/>
            <a:ext cx="3492575" cy="23283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C66BCB-24E1-7EAA-BE55-6170D9FE54E8}"/>
              </a:ext>
            </a:extLst>
          </p:cNvPr>
          <p:cNvSpPr txBox="1"/>
          <p:nvPr/>
        </p:nvSpPr>
        <p:spPr>
          <a:xfrm>
            <a:off x="5868206" y="2647618"/>
            <a:ext cx="179117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32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- - : - -</a:t>
            </a:r>
          </a:p>
        </p:txBody>
      </p:sp>
      <p:pic>
        <p:nvPicPr>
          <p:cNvPr id="5" name="Picture 4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B2EC9AE-15BE-E568-C7E1-C6ED2F4050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723" y="2527079"/>
            <a:ext cx="2228896" cy="825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ED278D-4CD5-65D4-69C4-C8C067A24A3B}"/>
              </a:ext>
            </a:extLst>
          </p:cNvPr>
          <p:cNvSpPr txBox="1"/>
          <p:nvPr/>
        </p:nvSpPr>
        <p:spPr>
          <a:xfrm>
            <a:off x="2065082" y="2755339"/>
            <a:ext cx="33025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Leaderboard</a:t>
            </a:r>
            <a:endParaRPr lang="de-DE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8" name="Picture 7" descr="A blu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93157F3-3519-AF59-4736-CA4AC2D9FC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028" y="2548166"/>
            <a:ext cx="2228896" cy="8258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E9DB32-3B03-F6A2-C752-BAC0E198009F}"/>
              </a:ext>
            </a:extLst>
          </p:cNvPr>
          <p:cNvSpPr txBox="1"/>
          <p:nvPr/>
        </p:nvSpPr>
        <p:spPr>
          <a:xfrm>
            <a:off x="6824387" y="2776426"/>
            <a:ext cx="330253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b="1" dirty="0" err="1">
                <a:solidFill>
                  <a:schemeClr val="bg1"/>
                </a:solidFill>
                <a:latin typeface="Copperplate Gothic Bold" panose="020E0705020206020404" pitchFamily="34" charset="0"/>
              </a:rPr>
              <a:t>Reset</a:t>
            </a:r>
            <a:endParaRPr lang="de-DE" b="1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749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EDC7934A918B04190454261AAE5EF99" ma:contentTypeVersion="1" ma:contentTypeDescription="Ein neues Dokument erstellen." ma:contentTypeScope="" ma:versionID="56db5439b172285aa3112d31339aa9d7">
  <xsd:schema xmlns:xsd="http://www.w3.org/2001/XMLSchema" xmlns:xs="http://www.w3.org/2001/XMLSchema" xmlns:p="http://schemas.microsoft.com/office/2006/metadata/properties" xmlns:ns3="8c9600a2-9b43-4271-bac1-95040775f176" targetNamespace="http://schemas.microsoft.com/office/2006/metadata/properties" ma:root="true" ma:fieldsID="cc5a42608b81d2f4e8c275c829b5ad79" ns3:_="">
    <xsd:import namespace="8c9600a2-9b43-4271-bac1-95040775f17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9600a2-9b43-4271-bac1-95040775f17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9F1833-47F5-473E-B2EE-F12539C8B9B8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8c9600a2-9b43-4271-bac1-95040775f176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3A914BF-08A5-4AB7-AFE1-CBF98BC040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78D7BE-D114-4A32-B8DE-7F11087ECA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9600a2-9b43-4271-bac1-95040775f1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Widescreen</PresentationFormat>
  <Paragraphs>76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Copperplate Gothic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Matthias Biermanns</dc:creator>
  <cp:lastModifiedBy>Matthias Biermanns</cp:lastModifiedBy>
  <cp:revision>2</cp:revision>
  <dcterms:created xsi:type="dcterms:W3CDTF">2025-10-20T12:00:17Z</dcterms:created>
  <dcterms:modified xsi:type="dcterms:W3CDTF">2025-10-21T01:48:47Z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0x0101003EDC7934A918B04190454261AAE5EF99</vt:lpwstr>
  </property>
</Properties>
</file>